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自然灾害指数保险</a:t>
            </a:r>
          </a:p>
          <a:p>
            <a:r>
              <a:t>端到端解决方案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基于 Google Map Platform 与 AI 赋能的普惠型保险服务平台</a:t>
            </a:r>
          </a:p>
          <a:p/>
          <a:p>
            <a:r>
              <a:t>事前预警防范 • 事后快速赔付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核心目标 (Goal)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</a:pPr>
            <a:r>
              <a:t>端到端防护：提供降低自然灾害影响的完整方案，实现“事前预警防范 + 事后快速赔付”闭环。</a:t>
            </a:r>
          </a:p>
          <a:p>
            <a:pPr>
              <a:spcAft>
                <a:spcPts val="1400"/>
              </a:spcAft>
            </a:pPr>
            <a:r>
              <a:t>全覆盖普惠服务：服务各阶层用户，特别覆盖低文化水平及使用功能机（非智能机）的用户群体。</a:t>
            </a:r>
          </a:p>
          <a:p>
            <a:pPr>
              <a:spcAft>
                <a:spcPts val="1400"/>
              </a:spcAft>
            </a:pPr>
            <a:r>
              <a:t>直观信息传递：降低沟通门槛，提供更有说服力的公开数据和直观的风险评估。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建设任务 (Objective)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统一 Index Insurance 门户</a:t>
            </a:r>
          </a:p>
          <a:p>
            <a:pPr lvl="1"/>
            <a:r>
              <a:t>集合多种创新的 Index 保险产品</a:t>
            </a:r>
          </a:p>
          <a:p>
            <a:pPr lvl="1"/>
            <a:r>
              <a:t>集成历史、当前和预测的天气数据，叠加产品逻辑进行可视化</a:t>
            </a:r>
          </a:p>
          <a:p>
            <a:pPr lvl="1"/>
            <a:r>
              <a:t>情景式 AI 咨询窗口，提供实时交互</a:t>
            </a:r>
          </a:p>
          <a:p>
            <a:pPr>
              <a:spcBef>
                <a:spcPts val="1400"/>
              </a:spcBef>
            </a:pPr>
            <a:r>
              <a:t>新分销形态 —— AI 电销：利用人工智能进行主动触达与产品推广</a:t>
            </a:r>
          </a:p>
          <a:p>
            <a:pPr>
              <a:spcBef>
                <a:spcPts val="1400"/>
              </a:spcBef>
            </a:pPr>
            <a:r>
              <a:t>新售后形态 —— AI 电话服务：覆盖预警通知、保单管理及理赔全流程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核心策略 (Core Approach)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深度集成 Google Map Platform</a:t>
            </a:r>
          </a:p>
          <a:p>
            <a:pPr lvl="1">
              <a:spcAft>
                <a:spcPts val="1400"/>
              </a:spcAft>
            </a:pPr>
            <a:r>
              <a:t>全面涵盖 Weather API, MCP (Mission Control Platform) 和 AI Kit，构建坚实技术底座。</a:t>
            </a:r>
          </a:p>
          <a:p>
            <a:pPr>
              <a:defRPr b="1"/>
            </a:pPr>
            <a:r>
              <a:t>数据驱动的预警机制</a:t>
            </a:r>
          </a:p>
          <a:p>
            <a:pPr lvl="1">
              <a:spcAft>
                <a:spcPts val="1400"/>
              </a:spcAft>
            </a:pPr>
            <a:r>
              <a:t>基于精准的天气预测数据，建立自动化的预警服务与响应机制，变被动为主动。</a:t>
            </a:r>
          </a:p>
          <a:p>
            <a:pPr>
              <a:defRPr b="1"/>
            </a:pPr>
            <a:r>
              <a:t>Multi-Agent 多级合作模式</a:t>
            </a:r>
          </a:p>
          <a:p>
            <a:pPr lvl="1">
              <a:spcAft>
                <a:spcPts val="1400"/>
              </a:spcAft>
            </a:pPr>
            <a:r>
              <a:t>采用多智能体协作架构，各司其职，高效处理复杂的保险业务与灾害应对流程。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总结：构建更有韧性的未来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ctr">
              <a:spcAft>
                <a:spcPts val="2400"/>
              </a:spcAft>
              <a:defRPr b="1"/>
            </a:pPr>
            <a:r>
              <a:t>关键词：科技普惠  |  精准风控  |  智能协作</a:t>
            </a:r>
          </a:p>
          <a:p>
            <a:pPr/>
            <a:r>
              <a:t>通过 Google Maps 强大的地理数据能力与先进的 AI Agent 架构，我们致力于为每一位用户提供公平、透明、及时的自然灾害保险保障。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