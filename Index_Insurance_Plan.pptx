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AI-Driven Index Insurance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Disaster Resilience &amp; Inclusive Protection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End-to-End Solution</a:t>
            </a:r>
          </a:p>
          <a:p>
            <a:pPr lvl="1"/>
            <a:r>
              <a:t>Mitigate disaster impact: Pre-warning prevention + Post-disaster compensation.</a:t>
            </a:r>
          </a:p>
          <a:p>
            <a:r>
              <a:t>Inclusive Access</a:t>
            </a:r>
          </a:p>
          <a:p>
            <a:pPr lvl="1"/>
            <a:r>
              <a:t>Serve users of all levels, including low-literacy &amp; feature phone users.</a:t>
            </a:r>
          </a:p>
          <a:p>
            <a:r>
              <a:t>Lower Communication Threshold</a:t>
            </a:r>
          </a:p>
          <a:p>
            <a:pPr lvl="1"/>
            <a:r>
              <a:t>More intuitive information delivery and visualized data.</a:t>
            </a:r>
          </a:p>
          <a:p>
            <a:r>
              <a:t>Trustworthy Risk Assessment</a:t>
            </a:r>
          </a:p>
          <a:p>
            <a:pPr lvl="1"/>
            <a:r>
              <a:t>Based on convincing public data and transparent evaluation.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 Unified Index Insurance Portal</a:t>
            </a:r>
          </a:p>
          <a:p>
            <a:pPr lvl="1"/>
            <a:r>
              <a:t>Aggregate innovative index insurance products.</a:t>
            </a:r>
          </a:p>
          <a:p>
            <a:pPr lvl="1"/>
            <a:r>
              <a:t>Integrate historical, current, and forecasted weather data.</a:t>
            </a:r>
          </a:p>
          <a:p>
            <a:pPr lvl="1"/>
            <a:r>
              <a:t>Visualize logic: Overlay Index products onto weather data.</a:t>
            </a:r>
          </a:p>
          <a:p>
            <a:pPr lvl="1"/>
            <a:r>
              <a:t>Scenario-based AI consultation window.</a:t>
            </a:r>
          </a:p>
          <a:p>
            <a:r>
              <a:t>Introduce New Distribution Forms</a:t>
            </a:r>
          </a:p>
          <a:p>
            <a:pPr lvl="1"/>
            <a:r>
              <a:t>AI-driven E-commerce and Telemarketing.</a:t>
            </a:r>
          </a:p>
          <a:p>
            <a:r>
              <a:t>Introduce New After-Sales Forms</a:t>
            </a:r>
          </a:p>
          <a:p>
            <a:pPr lvl="1"/>
            <a:r>
              <a:t>AI Telephony Service (Warnings, Policy Management &amp; Claims).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Deep Integration with Google Maps Platform</a:t>
            </a:r>
          </a:p>
          <a:p>
            <a:pPr lvl="1"/>
            <a:r>
              <a:t>Leveraging Weather API, MCP, and AI Kit.</a:t>
            </a:r>
          </a:p>
          <a:p>
            <a:r>
              <a:t>Proactive Warning Mechanism</a:t>
            </a:r>
          </a:p>
          <a:p>
            <a:pPr lvl="1"/>
            <a:r>
              <a:t>Establishing warning services based on precise weather forecasts.</a:t>
            </a:r>
          </a:p>
          <a:p>
            <a:r>
              <a:t>Multi-Agent Collaboration</a:t>
            </a:r>
          </a:p>
          <a:p>
            <a:pPr lvl="1"/>
            <a:r>
              <a:t>Multi-level cooperation model where each agent performs specific duties.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